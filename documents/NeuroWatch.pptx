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803" r:id="rId2"/>
    <p:sldId id="833" r:id="rId3"/>
    <p:sldId id="824" r:id="rId4"/>
    <p:sldId id="828" r:id="rId5"/>
    <p:sldId id="805" r:id="rId6"/>
    <p:sldId id="829" r:id="rId7"/>
    <p:sldId id="834" r:id="rId8"/>
    <p:sldId id="832" r:id="rId9"/>
    <p:sldId id="830" r:id="rId10"/>
    <p:sldId id="835" r:id="rId11"/>
    <p:sldId id="83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23" autoAdjust="0"/>
    <p:restoredTop sz="94660"/>
  </p:normalViewPr>
  <p:slideViewPr>
    <p:cSldViewPr snapToGrid="0">
      <p:cViewPr varScale="1">
        <p:scale>
          <a:sx n="86" d="100"/>
          <a:sy n="86" d="100"/>
        </p:scale>
        <p:origin x="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B6C7-652B-DC09-F54D-CB551FF5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E8AAD-3EEB-9C3F-C165-D696A1C58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5A3D7-A55C-D30B-BEC2-947617F83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EEEDF-1E78-8C42-EFD9-9F3AC0D77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91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7FFEE-F6AF-6E37-CB5E-61728233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9589D-F437-ADA4-2C07-B7D4EAEDB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77E35-65C1-CB35-3CDC-BC3C8B179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40663-1A44-2CF2-2517-3963AC191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64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021186" y="3429000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euroWatch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176619" y="27085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C94C-7569-1DCB-5E61-2684CCB40F56}"/>
              </a:ext>
            </a:extLst>
          </p:cNvPr>
          <p:cNvSpPr txBox="1"/>
          <p:nvPr/>
        </p:nvSpPr>
        <p:spPr>
          <a:xfrm>
            <a:off x="4503256" y="4629288"/>
            <a:ext cx="2695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~Smarter Exams. Safer Future</a:t>
            </a: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98746"/>
              </p:ext>
            </p:extLst>
          </p:nvPr>
        </p:nvGraphicFramePr>
        <p:xfrm>
          <a:off x="1177446" y="2329841"/>
          <a:ext cx="9832932" cy="345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Utkarsh Patil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Lead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Udbhav Pandey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Lead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Suhaib Asrar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Contact Lead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Umar Owais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Lead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Tarun Pal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Lead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07" y="599197"/>
            <a:ext cx="391211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107" y="1941962"/>
            <a:ext cx="10519785" cy="2263805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6A2E8-7823-4BA8-E692-4856A797710C}"/>
              </a:ext>
            </a:extLst>
          </p:cNvPr>
          <p:cNvSpPr txBox="1"/>
          <p:nvPr/>
        </p:nvSpPr>
        <p:spPr>
          <a:xfrm>
            <a:off x="562253" y="2112886"/>
            <a:ext cx="1162974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monitoring in online exams enables malpractice and reduces assessment credibility.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fail to provide real-time, automated detection of suspicious activities.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/>
              <a:t> User/ Customer Understanding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67680-CCE9-39B6-EC32-17496482F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5338"/>
            <a:ext cx="5162550" cy="3871912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F19ABB-D9C7-5309-124E-D0CB70059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0" y="2065338"/>
            <a:ext cx="5162550" cy="3871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69153"/>
            <a:ext cx="6211927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Ideal Customer Profile (ICP)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DC636-9BB1-8E9E-AC3A-4356EBA86109}"/>
              </a:ext>
            </a:extLst>
          </p:cNvPr>
          <p:cNvSpPr txBox="1"/>
          <p:nvPr/>
        </p:nvSpPr>
        <p:spPr>
          <a:xfrm>
            <a:off x="695400" y="1321772"/>
            <a:ext cx="90236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Demographic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(Colleges, Universities, Coaching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(18–30), Faculty/Admin (25–60)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&amp; Semi-Urban locations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internet and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to large exam-conducting bodies 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Concerned about cheating in online exams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fairness and transparency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automated monitoring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to AI-based solutions</a:t>
            </a: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A9BFA-6F93-37FF-7339-437EBCE4CC7C}"/>
              </a:ext>
            </a:extLst>
          </p:cNvPr>
          <p:cNvSpPr txBox="1"/>
          <p:nvPr/>
        </p:nvSpPr>
        <p:spPr>
          <a:xfrm>
            <a:off x="754102" y="1453069"/>
            <a:ext cx="62119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Persona: Dr. Rajesh Sharma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45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Examination Head (University)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Urban area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Usage: Moderate (uses LMS, online exam platforms) </a:t>
            </a:r>
          </a:p>
          <a:p>
            <a:pPr algn="just"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fair and secure online exams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cheating and malpractice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exam monitoring process </a:t>
            </a:r>
          </a:p>
          <a:p>
            <a:pPr algn="just"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89D0-1FF6-6ACA-A5DF-57857E00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0D7C4-F097-8C15-E7BD-F6D5842A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5A5AC-8474-690C-38BD-9D896C86AD72}"/>
              </a:ext>
            </a:extLst>
          </p:cNvPr>
          <p:cNvSpPr txBox="1"/>
          <p:nvPr/>
        </p:nvSpPr>
        <p:spPr>
          <a:xfrm>
            <a:off x="812807" y="1303551"/>
            <a:ext cx="60945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Pain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monitor all students manually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cheating during online exams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expensive or ineffective </a:t>
            </a: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&amp; Mindset (Psychographic)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exam integrity and transparency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to using AI-based solutions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reliable and scalable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Cost-conscious but prioritizes quality</a:t>
            </a:r>
          </a:p>
        </p:txBody>
      </p:sp>
    </p:spTree>
    <p:extLst>
      <p:ext uri="{BB962C8B-B14F-4D97-AF65-F5344CB8AC3E}">
        <p14:creationId xmlns:p14="http://schemas.microsoft.com/office/powerpoint/2010/main" val="1484143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44" y="528950"/>
            <a:ext cx="6211927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Product USP</a:t>
            </a: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DA36414-F328-E4FB-026F-18019D928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2028616"/>
            <a:ext cx="962339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AI-based monitoring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instant detection of suspicious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behavioral analysis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(face, eye movement, multiple person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marking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deducts marks based on detected suspicious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&amp; scalable solution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existing proctoring tools </a:t>
            </a: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4CAF8-232B-6571-14EA-F1582C52143E}"/>
              </a:ext>
            </a:extLst>
          </p:cNvPr>
          <p:cNvSpPr txBox="1"/>
          <p:nvPr/>
        </p:nvSpPr>
        <p:spPr>
          <a:xfrm>
            <a:off x="890709" y="1233988"/>
            <a:ext cx="7412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Major Use Cases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User Authentication</a:t>
            </a:r>
            <a:r>
              <a:rPr lang="en-IN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Input:</a:t>
            </a:r>
            <a:r>
              <a:rPr lang="en-IN" dirty="0"/>
              <a:t> Student login credentials + webcam access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Output:</a:t>
            </a:r>
            <a:r>
              <a:rPr lang="en-IN" dirty="0"/>
              <a:t> Verified user identity 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Live AI-Based Proctoring</a:t>
            </a:r>
            <a:r>
              <a:rPr lang="en-IN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Input:</a:t>
            </a:r>
            <a:r>
              <a:rPr lang="en-IN" dirty="0"/>
              <a:t> Live video feed during exam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Output:</a:t>
            </a:r>
            <a:r>
              <a:rPr lang="en-IN" dirty="0"/>
              <a:t> Real-time detection of suspicious activities </a:t>
            </a:r>
          </a:p>
          <a:p>
            <a:pPr>
              <a:buFont typeface="+mj-lt"/>
              <a:buAutoNum type="arabicPeriod"/>
            </a:pPr>
            <a:r>
              <a:rPr lang="en-IN" b="1" dirty="0" err="1"/>
              <a:t>Behavior</a:t>
            </a:r>
            <a:r>
              <a:rPr lang="en-IN" b="1" dirty="0"/>
              <a:t> Analysis &amp; Alerts</a:t>
            </a:r>
            <a:r>
              <a:rPr lang="en-IN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Input:</a:t>
            </a:r>
            <a:r>
              <a:rPr lang="en-IN" dirty="0"/>
              <a:t> Student movements (face, eye, multiple persons)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Output:</a:t>
            </a:r>
            <a:r>
              <a:rPr lang="en-IN" dirty="0"/>
              <a:t> Alerts/flags for abnormal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AI-Based Dynamic Marking</a:t>
            </a:r>
            <a:r>
              <a:rPr lang="en-IN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Input:</a:t>
            </a:r>
            <a:r>
              <a:rPr lang="en-IN" dirty="0"/>
              <a:t> Detected violations during exam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Output:</a:t>
            </a:r>
            <a:r>
              <a:rPr lang="en-IN" dirty="0"/>
              <a:t> Automatic mark deduction / warning logs 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Report Generation</a:t>
            </a:r>
            <a:r>
              <a:rPr lang="en-IN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Input:</a:t>
            </a:r>
            <a:r>
              <a:rPr lang="en-IN" dirty="0"/>
              <a:t> Exam session data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i="1" dirty="0"/>
              <a:t>Output:</a:t>
            </a:r>
            <a:r>
              <a:rPr lang="en-IN" dirty="0"/>
              <a:t> Detailed report with violations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D529-CD6A-6CFB-1035-A15FBA82C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346D-B31D-4A80-8EF6-178D83F9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</a:t>
            </a:r>
            <a:r>
              <a:rPr lang="en-US">
                <a:ea typeface="Calibri"/>
                <a:cs typeface="Calibri"/>
              </a:rPr>
              <a:t>PoC)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48825-5659-929F-7A75-7B81C8530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57" y="1233988"/>
            <a:ext cx="7045685" cy="471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0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Prototype Demo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24D12-E0D6-AFEE-439A-EEC1000CA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7" y="1526602"/>
            <a:ext cx="5433134" cy="3334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D38FC9-2773-6D3C-3F89-10B0B57D6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631" y="1526602"/>
            <a:ext cx="6247688" cy="352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657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Roboto Medium</vt:lpstr>
      <vt:lpstr>Times New Roman</vt:lpstr>
      <vt:lpstr>Wingdings</vt:lpstr>
      <vt:lpstr>1_Office Theme</vt:lpstr>
      <vt:lpstr>PowerPoint Presentation</vt:lpstr>
      <vt:lpstr>Team members &amp; roles</vt:lpstr>
      <vt:lpstr>Problem Statement</vt:lpstr>
      <vt:lpstr> User/ Customer Understanding</vt:lpstr>
      <vt:lpstr>Ideal Customer Profile (ICP)</vt:lpstr>
      <vt:lpstr>Customer Persona (CP)</vt:lpstr>
      <vt:lpstr>Customer Persona (CP)</vt:lpstr>
      <vt:lpstr> Product USP</vt:lpstr>
      <vt:lpstr> Use Cases &amp; High level Requirements</vt:lpstr>
      <vt:lpstr> Proof of Concept (PoC)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UTKARSH SARJERAO PATIL</cp:lastModifiedBy>
  <cp:revision>7</cp:revision>
  <dcterms:created xsi:type="dcterms:W3CDTF">2025-09-17T04:00:39Z</dcterms:created>
  <dcterms:modified xsi:type="dcterms:W3CDTF">2026-03-27T21:18:11Z</dcterms:modified>
</cp:coreProperties>
</file>